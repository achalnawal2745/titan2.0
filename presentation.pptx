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Default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Analysis by TITAN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fundamental principles of Default Topic</a:t>
            </a:r>
          </a:p>
          <a:p>
            <a:pPr lvl="1"/>
            <a:r>
              <a:t>Detailing essential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 and disadvantages</a:t>
            </a:r>
          </a:p>
          <a:p>
            <a:pPr lvl="1"/>
            <a:r>
              <a:t>Real-world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