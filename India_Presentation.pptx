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80"/>
                </a:solidFill>
              </a:rPr>
              <a:t>India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9933"/>
                </a:solidFill>
              </a:rPr>
              <a:t>A Vibrant Tapestry of Culture, History, and Progress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Created by: Your 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Seventh-largest country by area, second-most populous nation.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Bounded by the Indian Ocean, Arabian Sea, and Bay of Bengal.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Home to diverse languages, religions, and cultures.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Ancient civilization with a rich heritage spanning millennia.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Rapidly growing economy and technological hub.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Geography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Himalayan mountain range in the north, including Kanchenjunga.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Indo-Gangetic plains, Thar Desert in the west.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Deccan plateau, Western and Eastern Ghats.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Major rivers: Ganges, Brahmaputra, Indus, Godavari, Krishna.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Climate ranges from tropical in south to temperate and alpine in Himalayas.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History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Indus Valley Civilization (c. 3300–1300 BCE).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Vedic period, rise of Hinduism, Buddhism, Jainism.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Maurya and Gupta empires (Golden Age).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Delhi Sultanate, Mughal Empire, Maratha Empire.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British colonial rule (1858–1947), independence movement led by Gandhi.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Republic established 1950, democratic nation.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Culture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22 officially recognized languages, hundreds of dialects.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Religions: Hinduism, Islam, Christianity, Sikhism, Buddhism, Jainism.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Festivals: Diwali, Holi, Eid, Christmas, Navratri, Durga Puja.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Classical dance forms: Bharatanatyam, Kathak, Odissi, Kuchipudi.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Music: Hindustani and Carnatic traditions, Bollywood.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Cuisine: diverse regional flavors, spices, vegetarian traditions.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Economy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Fifth-largest nominal GDP, third-largest PPP.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Major sectors: services, manufacturing, agriculture.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IT and software services hub (Bangalore, Hyderabad).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Textiles, pharmaceuticals, automobiles, jewelry.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Growing startup ecosystem, foreign investment.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Challenges: poverty, inequality, infrastructure.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Tourism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Iconic landmarks: Taj Mahal, Jaipur palaces, Varanasi ghats.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Natural wonders: Himalayas, Kerala backwaters, Goa beaches.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Wildlife: Bengal tigers, Asiatic lions, elephants.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Spiritual tourism: yoga, meditation, pilgrimage sites.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Culinary tourism, heritage railways, luxury trains.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Government initiatives: Incredible India campaign.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80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India is a land of unity in diversity.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Ancient traditions coexist with modern innovation.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Rich cultural heritage attracts global visitors.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Poised for continued growth and global influence.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Experience the colors, flavors, and spirit of India.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2026-09-07T16:54:15Z</dcterms:created>
  <dcterms:modified xsi:type="dcterms:W3CDTF">2026-09-07T16:54:15Z</dcterms:modified>
</cp:coreProperties>
</file>