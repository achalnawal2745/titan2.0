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400" ContentType="image/400"/>
  <Default Extension="300" ContentType="image/300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400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300"/><Relationship Id="rId2" Type="http://schemas.openxmlformats.org/officeDocument/2006/relationships/image" Target="../media/image-3-2.300"/><Relationship Id="rId3" Type="http://schemas.openxmlformats.org/officeDocument/2006/relationships/image" Target="../media/image-3-3.300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Incredible India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A Journey Through Diversity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454F"/>
                </a:solidFill>
              </a:rPr>
              <a:t>Diversity &amp; Culture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454F"/>
                </a:solidFill>
              </a:rPr>
              <a:t>India is a land of vast cultural, linguistic, and religious diversity. We will explore key aspects.</a:t>
            </a:r>
            <a:endParaRPr lang="en-US" sz="1600" dirty="0"/>
          </a:p>
        </p:txBody>
      </p:sp>
      <p:pic>
        <p:nvPicPr>
          <p:cNvPr id="4" name="Image 0" descr="https://picsum.photos/id/10/600/4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457200"/>
            <a:ext cx="4572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454F"/>
                </a:solidFill>
              </a:rPr>
              <a:t>Key Attractions</a:t>
            </a:r>
            <a:endParaRPr lang="en-US" sz="2400" dirty="0"/>
          </a:p>
        </p:txBody>
      </p:sp>
      <p:pic>
        <p:nvPicPr>
          <p:cNvPr id="3" name="Image 0" descr="https://picsum.photos/id/20/400/3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47472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657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</a:rPr>
              <a:t>Monuments</a:t>
            </a:r>
            <a:endParaRPr lang="en-US" sz="1600" dirty="0"/>
          </a:p>
        </p:txBody>
      </p:sp>
      <p:pic>
        <p:nvPicPr>
          <p:cNvPr id="5" name="Image 1" descr="https://picsum.photos/id/30/400/30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71600"/>
            <a:ext cx="3474720" cy="2286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931920" y="3657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</a:rPr>
              <a:t>Landscapes</a:t>
            </a:r>
            <a:endParaRPr lang="en-US" sz="1600" dirty="0"/>
          </a:p>
        </p:txBody>
      </p:sp>
      <p:pic>
        <p:nvPicPr>
          <p:cNvPr id="7" name="Image 2" descr="https://picsum.photos/id/40/400/30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371600"/>
            <a:ext cx="3474720" cy="2286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06640" y="3657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</a:rPr>
              <a:t>Cuisine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Experience Incredible India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2026-08-23T16:05:05Z</dcterms:created>
  <dcterms:modified xsi:type="dcterms:W3CDTF">2026-08-23T16:05:05Z</dcterms:modified>
</cp:coreProperties>
</file>