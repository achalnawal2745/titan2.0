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66092"/>
                </a:solidFill>
              </a:rPr>
              <a:t>Sample Presentation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Created with pptxgenjs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6092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Introduction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Main Topics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Conclusion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Q&amp;A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2026-08-30T11:48:46Z</dcterms:created>
  <dcterms:modified xsi:type="dcterms:W3CDTF">2026-08-30T11:48:46Z</dcterms:modified>
</cp:coreProperties>
</file>